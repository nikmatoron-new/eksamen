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Bryllupsplanlegging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1031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Webbasert produktløsning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2926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</a:rPr>
              <a:t>Utvikling · Drift · Brukerstøtte &amp; GDPR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4389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</a:rPr>
              <a:t>Eksamen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Oversikt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291840"/>
          </a:xfrm>
          <a:prstGeom prst="rect">
            <a:avLst/>
          </a:prstGeom>
          <a:solidFill>
            <a:srgbClr val="F5F0EB"/>
          </a:solidFill>
          <a:ln w="12700">
            <a:solidFill>
              <a:srgbClr val="E0D9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Oppgave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Utvikling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Database, kundevisning og admin-grensesnitt med CRUD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743200" cy="3291840"/>
          </a:xfrm>
          <a:prstGeom prst="rect">
            <a:avLst/>
          </a:prstGeom>
          <a:solidFill>
            <a:srgbClr val="F5F0EB"/>
          </a:solidFill>
          <a:ln w="12700">
            <a:solidFill>
              <a:srgbClr val="E0D9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Oppgave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Docker-containere, webserver, database og brannmur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3291840"/>
          </a:xfrm>
          <a:prstGeom prst="rect">
            <a:avLst/>
          </a:prstGeom>
          <a:solidFill>
            <a:srgbClr val="F5F0EB"/>
          </a:solidFill>
          <a:ln w="12700">
            <a:solidFill>
              <a:srgbClr val="E0D9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7432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Oppgave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Personvern, databehandling og brukerveiledning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Oppgave 1 – Utvikling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F5F0EB"/>
          </a:solidFill>
          <a:ln w="12700">
            <a:solidFill>
              <a:srgbClr val="E0D9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</a:rPr>
              <a:t>Hva ble laget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PostgreSQL-database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Tabeller for produkter (navn, beskrivelse, pris, bilde)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Kundevisning – produktliste og detaljvisning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Admin-grensesnitt med CRUD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Node.js / Express backend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4023360" cy="3749040"/>
          </a:xfrm>
          <a:prstGeom prst="rect">
            <a:avLst/>
          </a:prstGeom>
          <a:solidFill>
            <a:srgbClr val="F5F0EB"/>
          </a:solidFill>
          <a:ln w="12700">
            <a:solidFill>
              <a:srgbClr val="E0D9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</a:rPr>
              <a:t>Docker-oppsett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Dockerfil for Express-appen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Docker Compose binder app og database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Krever kun: Docker Desktop + npm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1E2E"/>
                </a:solidFill>
              </a:rPr>
              <a:t>Lett å starte lokalt for alle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Oppgave 2 – Drift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2103120"/>
          </a:xfrm>
          <a:prstGeom prst="rect">
            <a:avLst/>
          </a:prstGeom>
          <a:solidFill>
            <a:srgbClr val="F5F0EB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Web-container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Node.js/Express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Serverer kundesiden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og admin-grensesnittet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743200" cy="2103120"/>
          </a:xfrm>
          <a:prstGeom prst="rect">
            <a:avLst/>
          </a:prstGeom>
          <a:solidFill>
            <a:srgbClr val="F5F0EB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Database-container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5727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Lagrer alle produkter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og brukerdata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51560"/>
            <a:ext cx="2743200" cy="2103120"/>
          </a:xfrm>
          <a:prstGeom prst="rect">
            <a:avLst/>
          </a:prstGeom>
          <a:solidFill>
            <a:srgbClr val="F5F0EB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5156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Nginx (proxy)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5727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Reverse proxy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Ruter trafikk til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riktig container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103120"/>
            <a:ext cx="27432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103120"/>
            <a:ext cx="27432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FFF8E1"/>
          </a:solidFill>
          <a:ln w="254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🔒  Brannmur-regler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2E"/>
                </a:solidFill>
              </a:rPr>
              <a:t>Port 80/443 – åpen for alle (kundesiden)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2E"/>
                </a:solidFill>
              </a:rPr>
              <a:t>Admin-port – kun tilgjengelig fra bedriftens eget subnet (f.eks. 192.168.1.0/24)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1E2E"/>
                </a:solidFill>
              </a:rPr>
              <a:t>Alle andre forsøk på admin-porten blokkeres av UFW/iptables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Oppgave 3 – GDPR &amp; Personvern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📋  Samtykke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Aktiv handling (avkryssingsboks)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– ikke stilltiende godkjenning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🔐  Passord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Hashes med bcrypt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– kan ikke reverseres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74320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⏱️  72-timersregel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Databrudd meldes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til Datatilsynet innen 72t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274320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🗑️  Rett til sletting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Brukere kan slette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konto og alle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2788920"/>
            <a:ext cx="274320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👁️  Rett til innsyn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Brukere kan 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hva som er lagret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788920"/>
            <a:ext cx="2743200" cy="1554480"/>
          </a:xfrm>
          <a:prstGeom prst="rect">
            <a:avLst/>
          </a:prstGeom>
          <a:solidFill>
            <a:srgbClr val="F5F0EB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🤝  Tredjepartsavtale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Databehandleravtale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E2E"/>
                </a:solidFill>
              </a:rPr>
              <a:t>med betalingsleverandør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Registreringsveiledning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" cy="41148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Trykk på «Registrer deg»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93392"/>
            <a:ext cx="411480" cy="41148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Skriv inn e-post og passord. Legg til mobilnummer for 2FA (valgfritt)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89504"/>
            <a:ext cx="411480" cy="41148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43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Motta velkomst-e-post / SMS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785616"/>
            <a:ext cx="411480" cy="41148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785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Bla gjennom produkter og legg ønskede varer i handlekurven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11480" cy="41148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Velg levering: hjemlevering, henting i butikk eller leie av lokale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993392"/>
            <a:ext cx="411480" cy="41148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1947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Gjennomfør betaling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9504"/>
            <a:ext cx="411480" cy="411480"/>
          </a:xfrm>
          <a:prstGeom prst="ellipse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2843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Motta ordrebekreftelse og oppdateringer om levering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Oppsummering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920240"/>
            <a:ext cx="8321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B6F47"/>
                </a:solidFill>
              </a:rPr>
              <a:t>Oppgave 1: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Fungerende webløsning med database, kundevisning og admin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B6F47"/>
                </a:solidFill>
              </a:rPr>
              <a:t>Oppgave 2: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Docker-containere, redundans og brannmurregler for admin-sikkerhet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B6F47"/>
                </a:solidFill>
              </a:rPr>
              <a:t>Oppgave 3: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GDPR-plan med samtykke, bcrypt, 72t-regel, innsyn, sletting og veiledning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Bryllupsplanlegging – Systemløsning</dc:title>
  <dc:subject>PptxGenJS Presentation</dc:subject>
  <dc:creator>PptxGenJS</dc:creator>
  <cp:lastModifiedBy>PptxGenJS</cp:lastModifiedBy>
  <cp:revision>1</cp:revision>
  <dcterms:created xsi:type="dcterms:W3CDTF">2026-06-02T09:25:27Z</dcterms:created>
  <dcterms:modified xsi:type="dcterms:W3CDTF">2026-06-02T09:25:27Z</dcterms:modified>
</cp:coreProperties>
</file>